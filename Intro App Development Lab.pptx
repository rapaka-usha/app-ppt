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2" r:id="rId8"/>
    <p:sldId id="264" r:id="rId9"/>
    <p:sldId id="263" r:id="rId10"/>
    <p:sldId id="265" r:id="rId11"/>
    <p:sldId id="269" r:id="rId12"/>
    <p:sldId id="266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App Development Lab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Android,Flutter and Flask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en-US"/>
              <a:t>Mobile Application 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2254250"/>
          </a:xfrm>
        </p:spPr>
        <p:txBody>
          <a:bodyPr/>
          <a:p>
            <a:r>
              <a:rPr lang="en-US"/>
              <a:t>Mobile applications eg: Big basket,country delight, wynk music etc.</a:t>
            </a:r>
            <a:endParaRPr lang="en-US"/>
          </a:p>
          <a:p>
            <a:r>
              <a:rPr lang="en-US"/>
              <a:t>There are 3 ways to develop mobile applications: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448810" y="3334385"/>
            <a:ext cx="1489075" cy="646430"/>
          </a:xfrm>
          <a:prstGeom prst="round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Mobile Apps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40585" y="4707255"/>
            <a:ext cx="1966595" cy="828675"/>
          </a:xfrm>
          <a:prstGeom prst="round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Android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-Android Studio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-Java &amp; Kotlin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48810" y="4707255"/>
            <a:ext cx="1737995" cy="828675"/>
          </a:xfrm>
          <a:prstGeom prst="round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iOS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-Apple devices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-Swift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28435" y="4707255"/>
            <a:ext cx="1805305" cy="828675"/>
          </a:xfrm>
          <a:prstGeom prst="round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Flutter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-Hybrid apps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-Dart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970530" y="3976370"/>
            <a:ext cx="1907540" cy="68072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Straight Arrow Connector 8"/>
          <p:cNvCxnSpPr>
            <a:stCxn id="4" idx="2"/>
          </p:cNvCxnSpPr>
          <p:nvPr/>
        </p:nvCxnSpPr>
        <p:spPr>
          <a:xfrm flipH="1">
            <a:off x="5184775" y="3980815"/>
            <a:ext cx="8890" cy="70485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" name="Straight Arrow Connector 9"/>
          <p:cNvCxnSpPr/>
          <p:nvPr/>
        </p:nvCxnSpPr>
        <p:spPr>
          <a:xfrm>
            <a:off x="5615940" y="3976370"/>
            <a:ext cx="1753870" cy="69024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Why Android?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World wide 71% people are Android users.</a:t>
            </a:r>
            <a:endParaRPr lang="en-US"/>
          </a:p>
          <a:p>
            <a:r>
              <a:rPr lang="en-US"/>
              <a:t>In India, among 1.1 Billion phone users, 700 Million are smart phone users, in which 95% perople are Android users.</a:t>
            </a:r>
            <a:endParaRPr lang="en-US"/>
          </a:p>
          <a:p>
            <a:r>
              <a:rPr lang="en-US"/>
              <a:t>This clearly shows the need of learning Android.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Basic Building Blocks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Activities</a:t>
            </a:r>
            <a:endParaRPr lang="en-US"/>
          </a:p>
          <a:p>
            <a:r>
              <a:rPr lang="en-US"/>
              <a:t>Intents</a:t>
            </a:r>
            <a:endParaRPr lang="en-US"/>
          </a:p>
          <a:p>
            <a:r>
              <a:rPr lang="en-US"/>
              <a:t>Services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Activities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An activity is like a blank page where we can place any element like input controls or data etc.</a:t>
            </a:r>
            <a:endParaRPr lang="en-US"/>
          </a:p>
          <a:p>
            <a:r>
              <a:rPr lang="en-US"/>
              <a:t>‘n’ number of such activities together we call it as a mobile app</a:t>
            </a:r>
            <a:endParaRPr lang="en-US"/>
          </a:p>
          <a:p>
            <a:r>
              <a:rPr lang="en-US"/>
              <a:t>For example, a website can have 500 web pages to complete all its activities. But together it is called as a website.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Intents-Nothing but user intentions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4905" y="1486535"/>
            <a:ext cx="9241155" cy="4044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4890" y="1160780"/>
            <a:ext cx="879475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1230" y="951865"/>
            <a:ext cx="8990330" cy="5252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Services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Service is a special component that facilitates an application to run in the background in order to perform long-running operation tasks.</a:t>
            </a:r>
            <a:endParaRPr lang="en-US"/>
          </a:p>
          <a:p>
            <a:r>
              <a:rPr lang="en-US"/>
              <a:t>Examples are SQLite, Music player service, Alarm service etc.</a:t>
            </a:r>
            <a:endParaRPr lang="en-US"/>
          </a:p>
          <a:p>
            <a:r>
              <a:rPr lang="en-US"/>
              <a:t>There are several services available for Android applications we just need to know how to use them in our application.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Web Services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2045" y="1111885"/>
            <a:ext cx="8880475" cy="50679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Hardware Requirements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To develope an Android application or to run Android studio, we need an I5 or I7 processor with atleast 8GB RAM.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Learner Pre-requisites: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To understand Android, oops concepts and Java is compulasary</a:t>
            </a:r>
            <a:endParaRPr lang="en-US"/>
          </a:p>
          <a:p>
            <a:r>
              <a:rPr lang="en-US"/>
              <a:t>To understand Flutter, Dart programming and flutter frame work</a:t>
            </a:r>
            <a:endParaRPr lang="en-US"/>
          </a:p>
          <a:p>
            <a:r>
              <a:rPr lang="en-US"/>
              <a:t>To understand Flask, Python, Flask frame work, HTML and routing concepts of single page web application development.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Overall Lab 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62025"/>
            <a:ext cx="10972800" cy="5640705"/>
          </a:xfrm>
        </p:spPr>
        <p:txBody>
          <a:bodyPr/>
          <a:p>
            <a:r>
              <a:rPr lang="en-US" sz="2800"/>
              <a:t>Android Frame work with Java</a:t>
            </a:r>
            <a:endParaRPr lang="en-US" sz="2800"/>
          </a:p>
          <a:p>
            <a:r>
              <a:rPr lang="en-US" sz="2800"/>
              <a:t>Flutter frame work and Dart </a:t>
            </a:r>
            <a:endParaRPr lang="en-US" sz="2800"/>
          </a:p>
          <a:p>
            <a:r>
              <a:rPr lang="en-US" sz="2800"/>
              <a:t>Flask frame work with Python</a:t>
            </a:r>
            <a:endParaRPr lang="en-US" sz="2800"/>
          </a:p>
          <a:p>
            <a:r>
              <a:rPr lang="en-US" sz="2800"/>
              <a:t>Firebase </a:t>
            </a:r>
            <a:endParaRPr lang="en-US" sz="2800"/>
          </a:p>
          <a:p>
            <a:r>
              <a:rPr lang="en-US" sz="2800"/>
              <a:t>This Lab will give you the knowledge of developing Mobile applications with three different frameworks and technologies.</a:t>
            </a:r>
            <a:endParaRPr lang="en-US" sz="2800"/>
          </a:p>
          <a:p>
            <a:r>
              <a:rPr lang="en-US" sz="2800"/>
              <a:t>Firebase helps you to connect database to a mobile applications.</a:t>
            </a:r>
            <a:endParaRPr lang="en-US" sz="2800"/>
          </a:p>
          <a:p>
            <a:r>
              <a:rPr lang="en-US" sz="2800"/>
              <a:t>Frameworks are more important than technologies as it gives you the basic idea of mobile app development.</a:t>
            </a:r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WPS Presentation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App Development Lab</vt:lpstr>
      <vt:lpstr>Mobile Application Development</vt:lpstr>
      <vt:lpstr>Why Android?</vt:lpstr>
      <vt:lpstr>Basic Building Blocks</vt:lpstr>
      <vt:lpstr>Activities</vt:lpstr>
      <vt:lpstr>Intents-Nothing but user intentions</vt:lpstr>
      <vt:lpstr>PowerPoint 演示文稿</vt:lpstr>
      <vt:lpstr>PowerPoint 演示文稿</vt:lpstr>
      <vt:lpstr>Services</vt:lpstr>
      <vt:lpstr>Web Services</vt:lpstr>
      <vt:lpstr>Hardware Requirements</vt:lpstr>
      <vt:lpstr>Learner Pre-requisites:</vt:lpstr>
      <vt:lpstr>Overall Lab Objectives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Development Lab</dc:title>
  <dc:creator>student</dc:creator>
  <cp:lastModifiedBy>STUDENT</cp:lastModifiedBy>
  <cp:revision>32</cp:revision>
  <dcterms:created xsi:type="dcterms:W3CDTF">2023-09-19T05:07:00Z</dcterms:created>
  <dcterms:modified xsi:type="dcterms:W3CDTF">2023-09-20T05:39:08Z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6CE702F3ED6A4AC6ACDA7A39775846BB_11</vt:lpwstr>
  </property>
  <property fmtid="{D5CDD505-2E9C-101B-9397-08002B2CF9AE}" pid="3" name="KSOProductBuildVer">
    <vt:lpwstr>1033-12.2.0.13215</vt:lpwstr>
  </property>
</Properties>
</file>